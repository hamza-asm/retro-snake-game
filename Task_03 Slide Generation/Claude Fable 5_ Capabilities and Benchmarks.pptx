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0CF5A3-84FC-4A19-BEE7-191CE254477B}">
  <a:tblStyle styleId="{D10CF5A3-84FC-4A19-BEE7-191CE25447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86000" y="3611909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 Comprehensive Test and Performance Analysis of the World's First Mythos-Class Model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60633" y="2392709"/>
            <a:ext cx="587073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Claude Fable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714625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41243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Unveiling the architecture that redefines frontier intelligence benchmarks.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057525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Mythos Frontier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47005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Fable 5 sets a new State-of-the-Art (SOTA) in logical reasoning, mathematical proofing, and complex instruction following.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REASONING BENCHMARKS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950"/>
            <a:ext cx="52387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47950"/>
            <a:ext cx="523875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962025" y="35623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Capable of solving LeetCode Hard and competitive programming problems with O(1) reasoning accuracy across Python, C++, and Rust.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772275" y="35623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Native ability to draft end-to-end cloud architectures, including Kubernetes configurations and microservice deployments, in a single pass.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CODING &amp; LOGIC MASTERY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962025" y="3038475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Algorithmic Reasoning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772275" y="3038475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571500" y="30146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Fable 5 model demonstrates unprecedented spatial intelligence, allowing for the procedural generation of WebGL 3D environments.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71500" y="39290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Benchmarks show it can optimize shaders and rendering pipelines better than senior graphics engineers, reducing latency by up to 40%.</a:t>
            </a:r>
            <a:endParaRPr/>
          </a:p>
        </p:txBody>
      </p:sp>
      <p:pic>
        <p:nvPicPr>
          <p:cNvPr descr="image.png" id="122" name="Google Shape;1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571500" y="2052637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WEBGL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955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95550"/>
            <a:ext cx="3492549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914400" y="40671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Pixel-perfect understanding of complex diagrams, medical imaging, and satellite data.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4692699" y="40671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Spatial reasoning that allows for the creation of consistent 3D assets and world maps.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8470999" y="40671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Self-correcting workflows that can browse, execute code, and manage multi-step tools.</a:t>
            </a:r>
            <a:endParaRPr/>
          </a:p>
        </p:txBody>
      </p:sp>
      <p:pic>
        <p:nvPicPr>
          <p:cNvPr descr="image.png" id="135" name="Google Shape;13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8765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8765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4262" y="287655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MULTIMODAL INTELLIGENCE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44231" y="360045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Advanced Vision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4622530" y="360045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3D Worldbuilding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400830" y="360045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Agentic Logic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33525"/>
            <a:ext cx="5238750" cy="52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29622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Fable 5 was tasked with building a fully functional Minecraft clone and a first-person shooter (FPS).</a:t>
            </a:r>
            <a:endParaRPr/>
          </a:p>
        </p:txBody>
      </p:sp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543050"/>
            <a:ext cx="521970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466725" y="3571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35718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Generated O(N) voxel rendering engines.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66725" y="4019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40195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Implemented complex physics simulations for gravity and collisions.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466725" y="4772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47720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Developed intelligent NPC behaviors using internal state machines.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GAMING CAPABILITIES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571500" y="2914650"/>
            <a:ext cx="441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10x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4533900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Inference Speed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562600" y="3409950"/>
            <a:ext cx="605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utilizing the new Mythos-class sparse attention mechanism, Fable 5 processes long-context windows 10 times faster than Claude Opus 4.8, while consuming 30% less compute power during inference.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METRICS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562600" y="3190875"/>
            <a:ext cx="63607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Scaling the Impossible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571500" y="1933575"/>
            <a:ext cx="11049000" cy="39528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21"/>
          <p:cNvGraphicFramePr/>
          <p:nvPr/>
        </p:nvGraphicFramePr>
        <p:xfrm>
          <a:off x="571500" y="1933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{D10CF5A3-84FC-4A19-BEE7-191CE254477B}</a:tableStyleId>
              </a:tblPr>
              <a:tblGrid>
                <a:gridCol w="2801700"/>
                <a:gridCol w="2564900"/>
                <a:gridCol w="2893675"/>
                <a:gridCol w="2788750"/>
              </a:tblGrid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 Fable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GPT-5.5 (Nexus)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Claude Opus 4.8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Reasoning Depth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Mythos (Elite)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Advanced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Advanced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Vision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&lt;100ms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Coding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91.8%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Agentic Agency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SOTA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Plugin 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Experimental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1"/>
          <p:cNvSpPr/>
          <p:nvPr/>
        </p:nvSpPr>
        <p:spPr>
          <a:xfrm>
            <a:off x="571500" y="2709862"/>
            <a:ext cx="280168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3373189" y="2709862"/>
            <a:ext cx="256490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938093" y="2709862"/>
            <a:ext cx="289366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8831758" y="2709862"/>
            <a:ext cx="27887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71500" y="3500437"/>
            <a:ext cx="280168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373189" y="3500437"/>
            <a:ext cx="256490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938093" y="3500437"/>
            <a:ext cx="289366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8831758" y="3500437"/>
            <a:ext cx="27887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4291012"/>
            <a:ext cx="280168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373189" y="4291012"/>
            <a:ext cx="256490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938093" y="4291012"/>
            <a:ext cx="289366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831758" y="4291012"/>
            <a:ext cx="27887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71500" y="5081587"/>
            <a:ext cx="280168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373189" y="5081587"/>
            <a:ext cx="256490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938093" y="5081587"/>
            <a:ext cx="289366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8831758" y="5081587"/>
            <a:ext cx="27887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5872162"/>
            <a:ext cx="280168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373189" y="5872162"/>
            <a:ext cx="256490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938093" y="5872162"/>
            <a:ext cx="289366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8831758" y="5872162"/>
            <a:ext cx="27887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COMPETITIVE LANDSCAPE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50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14537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5334000" y="3257550"/>
            <a:ext cx="6286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One of the most impressive feats of Fable 5 is its ability to reconstruct pixel-perfect, interactive clones of operating systems like MacOS and Windows directly in HTML/React.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334000" y="4171950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model understands complex UI hierarchies, glassmorphism effects, and native-feeling transitions without external assets.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INTERFACE REPLICATION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334000" y="3038475"/>
            <a:ext cx="66008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Clone Generation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56340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Significant jump in parameter efficiency and reasoning capability per TFLOP.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INTELLIGENCE SCALING CURVE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71500" y="35156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Entering the Mythos Era: The Future of Agentic Intelligence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432330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benchmarks.mythos.ai | contact@anthropic-fable.ai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295275" y="2229742"/>
            <a:ext cx="116014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/>
          <p:nvPr/>
        </p:nvSpPr>
        <p:spPr>
          <a:xfrm>
            <a:off x="571500" y="263857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34233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34138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34138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41985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41985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3" name="Google Shape;2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79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1666875" y="27814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https://codrops-1f606.kxcdn.com/codrops/wp-content/uploads/2025/08/Solid.jpg?x42294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666875" y="302716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tympanus.net</a:t>
            </a:r>
            <a:endParaRPr/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727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1666875" y="35662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https://media.easy-peasy.ai/adf3d256-50db-43b1-a51d-b9daf9c842a3/ca636500-4a56-45a0-9b91-a23ccfa8aeaa_medium.webp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1666875" y="38119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pic>
        <p:nvPicPr>
          <p:cNvPr descr="image.png" id="239" name="Google Shape;23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66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1666875" y="435099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https://media.istockphoto.com/id/2172931697/vector/modern-operating-systems-window-in-blue-and-purple-style-with-user-interface-and-programs.jpg?s=612x612&amp;w=0&amp;k=20&amp;c=U8kcqDHhSf1peNz5VN9voy19O4dqs6qln-ZoLYRS0bE=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1666875" y="479479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